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4" r:id="rId10"/>
    <p:sldId id="266" r:id="rId11"/>
    <p:sldId id="269" r:id="rId12"/>
    <p:sldId id="267" r:id="rId13"/>
    <p:sldId id="268" r:id="rId14"/>
    <p:sldId id="271" r:id="rId15"/>
    <p:sldId id="272" r:id="rId16"/>
    <p:sldId id="273" r:id="rId17"/>
    <p:sldId id="276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00000000000000000" pitchFamily="2" charset="0"/>
      <p:regular r:id="rId30"/>
      <p:bold r:id="rId31"/>
      <p:italic r:id="rId32"/>
      <p:boldItalic r:id="rId33"/>
    </p:embeddedFont>
    <p:embeddedFont>
      <p:font typeface="Gotham Bold Italics" panose="02000000000000000000" pitchFamily="2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307" autoAdjust="0"/>
    <p:restoredTop sz="94635" autoAdjust="0"/>
  </p:normalViewPr>
  <p:slideViewPr>
    <p:cSldViewPr>
      <p:cViewPr varScale="1">
        <p:scale>
          <a:sx n="73" d="100"/>
          <a:sy n="73" d="100"/>
        </p:scale>
        <p:origin x="208" y="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86FD-438F-902D-BB2A-39D35B1D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50C6F-608C-F7C2-1047-0AAC43FDC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C2443-8225-4C9D-03E3-E1A909A6E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B1DA6-9DFE-2247-3D8E-9547E4769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30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C.SURYA SRINIDHI – VTU24957 – 23UECS0691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dirty="0"/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ensures secure login with role-based access control (Student, Employer, Admin).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simplifies, organizes, and digitalizes the recruitment process for better efficiency.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41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is a web-based Job Portal Management System.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register and log in securely.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can create profiles and upload resumes.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search and filter jobs based on skills and location.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can apply for jobs and track their application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post, edit, and delete job vacancies.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view applicants and shortlist or reject candidates.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stores all data in a centralized database and provides real-time updates.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1C82A-3AE1-8214-C930-CFAEBF0C7E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 b="411"/>
          <a:stretch>
            <a:fillRect/>
          </a:stretch>
        </p:blipFill>
        <p:spPr>
          <a:xfrm>
            <a:off x="2326085" y="1562100"/>
            <a:ext cx="11055989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2273DB9-980A-930B-88E3-4691FC8BA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2574" y="2168468"/>
            <a:ext cx="8819410" cy="52812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12C52-4DEE-9A4A-FFD6-5E023D9E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2" b="8182"/>
          <a:stretch/>
        </p:blipFill>
        <p:spPr>
          <a:xfrm>
            <a:off x="3962400" y="2323000"/>
            <a:ext cx="7848600" cy="4207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5D015-19B0-770D-AE5F-B3DB26D61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111" y="2205327"/>
            <a:ext cx="4749239" cy="4643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17BFA-58C8-D8CB-9C00-89A8F804D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8822" y="2501927"/>
            <a:ext cx="7243365" cy="4364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019429B-C5A2-E849-B466-EAC818D33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8500" y="2224949"/>
            <a:ext cx="7425799" cy="445220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4285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DETAILS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F6BE5-DE54-49A9-80EA-ABC7EED6EBE7}"/>
              </a:ext>
            </a:extLst>
          </p:cNvPr>
          <p:cNvSpPr txBox="1"/>
          <p:nvPr/>
        </p:nvSpPr>
        <p:spPr>
          <a:xfrm>
            <a:off x="3532417" y="6821859"/>
            <a:ext cx="129267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complete information about a selected job including description, required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view detailed job information and track their application status.</a:t>
            </a:r>
          </a:p>
          <a:p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9B7EE-7759-F0D5-592C-C8BC4305C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8725" y="2136505"/>
            <a:ext cx="5542549" cy="43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DFA25-3E47-8BA3-DAA7-E2CE9194B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2791" y="2597301"/>
            <a:ext cx="8226217" cy="29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1A447-2AC5-F2DD-A4E3-337FA95B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B306A3D-593E-4E3E-07DB-A1C68B2056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762564-FFFE-5114-E869-618C5E6A711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ADF66B0-7370-D6C9-4D54-B2B3EF82321D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47B767-9BFC-7A96-13FB-E308F71E127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194388A-680C-77D6-4E49-01C36A18689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C45F252-6929-2B1E-AF61-0313736B0EE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8F53D3C-7307-6256-36F1-15171D39ADBA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24AE15E-22ED-6F77-5D3D-4C52A46BCC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246C432-B02F-743D-90B4-99699B7F74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DB21665-D0D3-2B2F-5B53-D9A13E36D13C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2AA8457-D421-5F32-10C4-DE3C200F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FB47D60-E53B-2FA3-BACE-2EE5C0E99EF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916A3A3-7ED8-9DC1-CC07-B0C79287CC8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9099D09-8964-0E86-2702-2F427682CA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E80486D-2EE4-33C0-6933-AEB5BB002F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809461A-5DF2-E169-4D1A-B82E6D6B2DF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C1E6225-18E7-2274-C081-0560D78D06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FB3E645-349C-7A4C-A44A-A2D7924643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3468A02-1647-77A8-47A3-E0E37ED796A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339ED3D-063E-B267-0066-CEC0E70B38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D31C3DF-E0BC-F904-F991-3374419492B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529DB4A-FB6F-C730-640E-43BF1B93F103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B850395-F56B-DD60-79AF-69BB870B5BB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F758238-3881-205A-7799-4D8038ED28F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B55160C-0565-7208-6B62-F786268C598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E6F447F-5CB3-0B2B-71D1-62C1C9AB87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1B44093-2DA8-F71C-12A3-81CE02A142B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AECD64C-6C51-B882-D358-B5FD85442CB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AF8F3FF-4E67-A3E6-5D5A-6CA376C3889B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AC76731-C6DB-AF73-2CE5-0D53E5729F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7EFFD425-17CD-1874-03E9-E4503288795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C8048EA-F3D4-6E7D-3350-99B6A8FBF1F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DBDEC-ADE7-6AED-EA64-1EBC39C6D7C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B8BCE-BE6A-5C67-8EC4-B290BCD29D33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9317D-8AE3-241C-113B-011673886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2791" y="2597301"/>
            <a:ext cx="8226217" cy="29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76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7686</TotalTime>
  <Words>1382</Words>
  <Application>Microsoft Macintosh PowerPoint</Application>
  <PresentationFormat>Custom</PresentationFormat>
  <Paragraphs>344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Bookman Old Style</vt:lpstr>
      <vt:lpstr>Arial</vt:lpstr>
      <vt:lpstr>Gotham</vt:lpstr>
      <vt:lpstr>Aptos</vt:lpstr>
      <vt:lpstr>Calibri</vt:lpstr>
      <vt:lpstr>Times New Roman</vt:lpstr>
      <vt:lpstr>Cambria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sai charan</cp:lastModifiedBy>
  <cp:revision>17</cp:revision>
  <dcterms:created xsi:type="dcterms:W3CDTF">2006-08-16T00:00:00Z</dcterms:created>
  <dcterms:modified xsi:type="dcterms:W3CDTF">2026-04-21T16:28:18Z</dcterms:modified>
  <dc:identifier>DAHCaYqJ9OU</dc:identifier>
</cp:coreProperties>
</file>