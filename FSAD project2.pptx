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62" r:id="rId9"/>
    <p:sldId id="263" r:id="rId10"/>
    <p:sldId id="264" r:id="rId11"/>
    <p:sldId id="266" r:id="rId12"/>
    <p:sldId id="269" r:id="rId13"/>
    <p:sldId id="267" r:id="rId14"/>
    <p:sldId id="268" r:id="rId15"/>
    <p:sldId id="271" r:id="rId16"/>
    <p:sldId id="272" r:id="rId17"/>
    <p:sldId id="273" r:id="rId18"/>
    <p:sldId id="276" r:id="rId19"/>
    <p:sldId id="270" r:id="rId20"/>
    <p:sldId id="265" r:id="rId21"/>
  </p:sldIdLst>
  <p:sldSz cx="18288000" cy="10287000"/>
  <p:notesSz cx="6858000" cy="9144000"/>
  <p:embeddedFontLst>
    <p:embeddedFont>
      <p:font typeface="Bookman Old Style" panose="02050604050505020204" pitchFamily="18" charset="0"/>
      <p:regular r:id="rId23"/>
      <p:bold r:id="rId24"/>
      <p:italic r:id="rId25"/>
      <p:boldItalic r:id="rId26"/>
    </p:embeddedFont>
    <p:embeddedFont>
      <p:font typeface="Cambria" panose="02040503050406030204" pitchFamily="18" charset="0"/>
      <p:regular r:id="rId27"/>
      <p:bold r:id="rId28"/>
      <p:italic r:id="rId29"/>
      <p:boldItalic r:id="rId30"/>
    </p:embeddedFont>
    <p:embeddedFont>
      <p:font typeface="Gotham" panose="02000000000000000000"/>
      <p:regular r:id="rId31"/>
      <p:bold r:id="rId32"/>
      <p:italic r:id="rId33"/>
      <p:boldItalic r:id="rId34"/>
    </p:embeddedFont>
    <p:embeddedFont>
      <p:font typeface="Gotham Bold Italics" panose="02000000000000000000" pitchFamily="2" charset="0"/>
      <p:regular r:id="rId31"/>
      <p:bold r:id="rId31"/>
      <p:italic r:id="rId35"/>
      <p:boldItalic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87" autoAdjust="0"/>
    <p:restoredTop sz="94634" autoAdjust="0"/>
  </p:normalViewPr>
  <p:slideViewPr>
    <p:cSldViewPr>
      <p:cViewPr varScale="1">
        <p:scale>
          <a:sx n="66" d="100"/>
          <a:sy n="66" d="100"/>
        </p:scale>
        <p:origin x="456" y="-1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7A2845-04C1-B844-ADAD-D2B7E6B10DA1}" type="datetimeFigureOut">
              <a:rPr lang="en-US" smtClean="0"/>
              <a:t>4/24/26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A7F017-E2A4-1F44-B443-2B0FA90EE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597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940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974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DA23D-E090-D0E9-C8A5-C4AD1E142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50A00A-5F29-3E26-1E8F-276D8E48B5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AD3AE1-C544-FE4C-F43C-8879A3BC9E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593763-2CFF-A774-E4C4-A4783F3A28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526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AD436-A5EA-93C7-6A2B-5E7563E5D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602C7C-5860-DB36-75C2-B2A630001A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554B7C-D205-566F-705D-3B1101D155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CF237-BECC-4009-C54B-219B21977F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9591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AAFB3-1208-CB08-9BE5-B6B364769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5EF280-CC82-C49F-8048-90FEAED25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F88665-A4C2-C01A-1610-238C74FF03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32ADF-FDAB-B252-3C81-73C3037F6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9020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486FD-438F-902D-BB2A-39D35B1D9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150C6F-608C-F7C2-1047-0AAC43FDC6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2C2443-8225-4C9D-03E3-E1A909A6EE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2B1DA6-9DFE-2247-3D8E-9547E47694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30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20-03-2026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PORTAL MANAGEMENT SYSTEM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10500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C.SURYA SRINIDHI – VTU24957 – 23UECS0691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Dr.S.Hemamalini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– Assistant Professor(Senior Grade)-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M.E,Ph.D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9 – Industry, Innovation and Infrastructure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50103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138875" y="1975464"/>
            <a:ext cx="15082325" cy="12649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r>
              <a:rPr lang="en-US" dirty="0"/>
              <a:t>•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Job Portal Management System is a web-based application designed to connect job seekers and employers on a single platform.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provides an easy-to-use interface where users can search, view, and apply for jobs online from anywhere.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Employers can post job vacancies with details such as skills, experience, and salary, and manage applicants efficiently.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helps students and job seekers create professional profiles and upload their resumes for better visibility.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reduces the manual effort involved in traditional job searching and recruitment processes.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Users can filter and search jobs based on category, location, skills, and experience level.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maintains application status and provides real-time notifications to users.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enhances communication between job seekers and employers through automated updates and alerts.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ensures secure login with role-based access control (Student, Employer, Admin).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Overall, it simplifies, organizes, and digitalizes the recruitment process for better efficiency.</a:t>
            </a:r>
          </a:p>
          <a:p>
            <a:pPr marL="457200" indent="-457200">
              <a:buFontTx/>
              <a:buChar char="-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C6B3991-F175-960C-03ED-447F68E52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176975" y="2088140"/>
            <a:ext cx="15082325" cy="1172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Job recruitment processes are often manual, unorganized, and time-consuming, leading to delays in hiring.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Job seekers need to visit multiple platforms and websites to find suitable job opportunities, which is inefficient.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There is no proper system available to track job applications and monitor their current status.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Employers struggle to manage and organize large numbers of applicants effectively.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Lack of a centralized database leads to data mismanagement and difficulty in accessing information.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is difficult to filter candidates based on required skills, qualifications, and experience.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There is no proper communication system between job seekers and employers for updates and notifications.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There is a high risk of duplicate applications or missing application records in manual systems.</a:t>
            </a:r>
          </a:p>
          <a:p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149761" y="1922255"/>
            <a:ext cx="15082325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develop a web-based Job Portal Management System that connects job seekers and employers on a single platform.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simplify and automate the recruitment process with features like job posting, job search, application tracking, and secure access.</a:t>
            </a:r>
          </a:p>
          <a:p>
            <a:pPr marL="457200" indent="-457200">
              <a:buFontTx/>
              <a:buChar char="-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1794863" y="2309629"/>
            <a:ext cx="15082325" cy="9633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is a web-based Job Portal Management System.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allows users to register and log in securely.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Job seekers can create profiles and upload resumes.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Users can search and filter jobs based on skills and location.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Job seekers can apply for jobs and track their application status.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Employers can post, edit, and delete job vacancies.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Employers can view applicants and shortlist or reject candidates.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stores all data in a centralized database and provides real-time updates.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5010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176975" y="1181100"/>
            <a:ext cx="15082325" cy="1086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AutoShape 2" descr="Generated image">
            <a:extLst>
              <a:ext uri="{FF2B5EF4-FFF2-40B4-BE49-F238E27FC236}">
                <a16:creationId xmlns:a16="http://schemas.microsoft.com/office/drawing/2014/main" id="{16E457E7-6CC0-C725-E8E8-35EC0C0A07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41C82A-3AE1-8214-C930-CFAEBF0C7E4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76" b="411"/>
          <a:stretch>
            <a:fillRect/>
          </a:stretch>
        </p:blipFill>
        <p:spPr>
          <a:xfrm>
            <a:off x="2326085" y="1562100"/>
            <a:ext cx="11055989" cy="792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120BBE-D4AE-FD0D-8513-0C9EDAABA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65FCDA2F-6EEE-F6C2-CC63-A61A668A669C}"/>
              </a:ext>
            </a:extLst>
          </p:cNvPr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E537568-0DDA-9F70-0404-7CD901B3586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76EED94-8DC2-AB57-EB1F-C89546181F9D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0C8074C1-B01B-C07A-6EDA-30BB005A0293}"/>
              </a:ext>
            </a:extLst>
          </p:cNvPr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B0FA6438-64BE-5725-3513-D92D4BE594E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66AA46D-E494-5E76-556E-6E1A9BF4260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87723B3F-5335-E2DB-02F8-B61BB91E1DD1}"/>
              </a:ext>
            </a:extLst>
          </p:cNvPr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08A211E7-0426-BCA1-2C39-2EDEAA3D7C1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93DFE801-E11C-63ED-631A-B9E88C2D06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FE7E3F35-5FF5-36D3-A89C-173EDBDDB762}"/>
              </a:ext>
            </a:extLst>
          </p:cNvPr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AA02A412-39D3-47B6-721F-2CFED26C2FE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A9A639-BB68-1857-4DE9-200267BFBA2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8B0D992F-4FCD-83E3-FD6E-4F4B74D953E0}"/>
              </a:ext>
            </a:extLst>
          </p:cNvPr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F31A660E-B956-686A-D943-A35AE5624B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C8A63C00-B485-59B8-F20A-B2526C63CCD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6F6B78CA-3BE9-CC9C-BFAD-162A3AFFFEA1}"/>
              </a:ext>
            </a:extLst>
          </p:cNvPr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3D39F65A-B918-B747-C6C6-49970F4FEC7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0ADF056-4B48-2785-B93A-57BB5583CCF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7830DC6-27C1-0B67-328D-0FA1E0D66515}"/>
              </a:ext>
            </a:extLst>
          </p:cNvPr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9FCF4ED1-C99E-F706-FA0F-608803A2C24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C63080DD-71BF-762C-8640-A9ECFBE696E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B3D72F49-9BD5-3691-737C-DD82CFD704A5}"/>
              </a:ext>
            </a:extLst>
          </p:cNvPr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77B05D06-A5BA-F7A2-DD00-8A9D63A1F2E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6A2CF642-5BEF-199C-3B9F-A278F22973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0DC34337-8CBA-46A1-5D63-DE1711C089EE}"/>
              </a:ext>
            </a:extLst>
          </p:cNvPr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00E01612-CF4E-2538-55E7-C121C491F69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09B5C74-96D4-DC02-41A0-2C5C141D990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A8C66314-1914-D8A0-5244-F8A119793BF2}"/>
              </a:ext>
            </a:extLst>
          </p:cNvPr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362D80A8-2C6F-0D13-9E38-3B1DF35737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>
              <a:extLst>
                <a:ext uri="{FF2B5EF4-FFF2-40B4-BE49-F238E27FC236}">
                  <a16:creationId xmlns:a16="http://schemas.microsoft.com/office/drawing/2014/main" id="{437FC99C-9411-FE63-E1EE-FC6A77887487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5974823D-264D-3302-0919-90A92F55C1E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B77069B-D36B-A183-A0E7-5BC3AB846622}"/>
              </a:ext>
            </a:extLst>
          </p:cNvPr>
          <p:cNvSpPr txBox="1"/>
          <p:nvPr/>
        </p:nvSpPr>
        <p:spPr>
          <a:xfrm>
            <a:off x="152400" y="35010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3A127B1-4DC4-DAFB-AF0D-38FE009AEA5E}"/>
              </a:ext>
            </a:extLst>
          </p:cNvPr>
          <p:cNvSpPr txBox="1"/>
          <p:nvPr/>
        </p:nvSpPr>
        <p:spPr>
          <a:xfrm>
            <a:off x="2176975" y="1181100"/>
            <a:ext cx="15082325" cy="938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User registration details, login credentials, job postings, resume uploads, and job applications.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User authentication, job search and filtering, application submission, validation, and status tracking.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Stores user details, employer details, job listings, applications, and resume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Job listings, application status updates, notifications, user dashboard, and employer reports.</a:t>
            </a:r>
          </a:p>
          <a:p>
            <a:pPr marL="457200" indent="-457200">
              <a:buFontTx/>
              <a:buChar char="-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AutoShape 2" descr="Generated image">
            <a:extLst>
              <a:ext uri="{FF2B5EF4-FFF2-40B4-BE49-F238E27FC236}">
                <a16:creationId xmlns:a16="http://schemas.microsoft.com/office/drawing/2014/main" id="{BEB47EAC-0F91-AE02-4A84-64D6ECC5FF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335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B70045-5DFF-1322-8555-9B98CA3587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056" t="-13516" r="3056" b="12884"/>
          <a:stretch>
            <a:fillRect/>
          </a:stretch>
        </p:blipFill>
        <p:spPr>
          <a:xfrm>
            <a:off x="4866851" y="361348"/>
            <a:ext cx="8536914" cy="9784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1981200" y="2040097"/>
            <a:ext cx="15082325" cy="121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HTML, CSS,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Java, Spring Boot, Spring MVC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MySQL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Visual Studio Code, MySQL Workbench, Spring Initializer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Requirements: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System with minimum 4GB RAM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JDK 8 or above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Spring Boot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MySQL Server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Web Browser (Chrome)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27934" y="1771084"/>
            <a:ext cx="15082325" cy="8648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Job Seeker (User) Module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registration, login, profile creation, resume upload, job search, and applying for jobs.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Employer Module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employer login, posting job vacancies, managing job listings, and viewing applicants.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 3: Job Management Module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job details, job updates, filtering, searching, and deletion of job postings.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Application Management Module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job applications, application tracking, status updates, and shortlist/reject process.</a:t>
            </a: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Notification Module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email notifications and alerts for job applications, status updates, and job postings.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4275A1-13FA-B24A-438D-77EB2A87B09F}"/>
              </a:ext>
            </a:extLst>
          </p:cNvPr>
          <p:cNvSpPr txBox="1"/>
          <p:nvPr/>
        </p:nvSpPr>
        <p:spPr>
          <a:xfrm>
            <a:off x="7696200" y="1372210"/>
            <a:ext cx="4757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D2273DB9-980A-930B-88E3-4691FC8BA7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52574" y="2168468"/>
            <a:ext cx="8819410" cy="528124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E1F7B352-25F0-36AE-794E-B41AB4C5DCC8}"/>
              </a:ext>
            </a:extLst>
          </p:cNvPr>
          <p:cNvSpPr txBox="1"/>
          <p:nvPr/>
        </p:nvSpPr>
        <p:spPr>
          <a:xfrm>
            <a:off x="1905001" y="7930502"/>
            <a:ext cx="15697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This is the main entry page of the Job Portal where users can navigate to login or sign up.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provides an overview of the platform and allows users to explore job opportunities or get started.</a:t>
            </a:r>
          </a:p>
        </p:txBody>
      </p:sp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7366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4B656C-F43C-A151-4566-7E0B3BBECF45}"/>
              </a:ext>
            </a:extLst>
          </p:cNvPr>
          <p:cNvSpPr txBox="1"/>
          <p:nvPr/>
        </p:nvSpPr>
        <p:spPr>
          <a:xfrm>
            <a:off x="6356023" y="1369134"/>
            <a:ext cx="4771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312C52-4DEE-9A4A-FFD6-5E023D9EFC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82" b="8182"/>
          <a:stretch/>
        </p:blipFill>
        <p:spPr>
          <a:xfrm>
            <a:off x="3962400" y="2323000"/>
            <a:ext cx="7848600" cy="42070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40A1E25-03A2-030F-B662-D986C4F0FAEF}"/>
              </a:ext>
            </a:extLst>
          </p:cNvPr>
          <p:cNvSpPr txBox="1"/>
          <p:nvPr/>
        </p:nvSpPr>
        <p:spPr>
          <a:xfrm>
            <a:off x="3831455" y="6897565"/>
            <a:ext cx="1372095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allows users or employer to create a new account by entering details like name, email, and password.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ensures secure user or employer registration and provides access to the job portal features after successful signup.</a:t>
            </a:r>
          </a:p>
        </p:txBody>
      </p:sp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F4BEB7-42CD-115A-E499-D08EC2B51735}"/>
              </a:ext>
            </a:extLst>
          </p:cNvPr>
          <p:cNvSpPr txBox="1"/>
          <p:nvPr/>
        </p:nvSpPr>
        <p:spPr>
          <a:xfrm>
            <a:off x="7606006" y="1214838"/>
            <a:ext cx="28994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C5D015-19B0-770D-AE5F-B3DB26D618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81111" y="2205327"/>
            <a:ext cx="4749239" cy="46437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D8491B-92E9-5A7F-1666-190C36EBD9A8}"/>
              </a:ext>
            </a:extLst>
          </p:cNvPr>
          <p:cNvSpPr txBox="1"/>
          <p:nvPr/>
        </p:nvSpPr>
        <p:spPr>
          <a:xfrm>
            <a:off x="3197778" y="7227433"/>
            <a:ext cx="142615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allows registered users or employers to log in using their email and password.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provides secure access to the system and redirects users to their respective dashboards after successful login.</a:t>
            </a:r>
          </a:p>
        </p:txBody>
      </p:sp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EA5319-0B33-07AE-8C86-82D029FBFC53}"/>
              </a:ext>
            </a:extLst>
          </p:cNvPr>
          <p:cNvSpPr txBox="1"/>
          <p:nvPr/>
        </p:nvSpPr>
        <p:spPr>
          <a:xfrm>
            <a:off x="5614848" y="1275323"/>
            <a:ext cx="6951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EMPLOYER JOB POSTING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817BFA-58C8-D8CB-9C00-89A8F804DC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48822" y="2501927"/>
            <a:ext cx="7243365" cy="43643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2F26A9F-DD99-C913-ADE0-2182717D1411}"/>
              </a:ext>
            </a:extLst>
          </p:cNvPr>
          <p:cNvSpPr txBox="1"/>
          <p:nvPr/>
        </p:nvSpPr>
        <p:spPr>
          <a:xfrm>
            <a:off x="3225211" y="7246464"/>
            <a:ext cx="139454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allows employers to create and post new job vacancies by entering details like title, description, skills, and salary.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helps employers manage job listings and attract suitable candidates for recruitment.</a:t>
            </a:r>
          </a:p>
        </p:txBody>
      </p:sp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B2C194-8054-109A-8EE3-412E3D9CE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B62333FF-55BC-62B6-6371-72B5C2F6877E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DB43F7D-E99A-3082-52B3-13374FCCFB7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5755CCA-C0C8-F17B-1E8A-5783EE770ECE}"/>
                </a:ext>
              </a:extLst>
            </p:cNvPr>
            <p:cNvSpPr txBox="1"/>
            <p:nvPr/>
          </p:nvSpPr>
          <p:spPr>
            <a:xfrm>
              <a:off x="76200" y="19050"/>
              <a:ext cx="7366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8(D)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ADC2F419-E154-8127-7A7E-D8125C33557F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36DFFE20-D36C-2238-3895-F042C5F122E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838C3A07-5BCD-6F99-A8C2-0535B5F0FE9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163CF137-14A1-3B14-93D5-D3880857F651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E25856C5-81A8-B2B7-FDD4-B9AD83C568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B44EBA42-79B6-A479-9F7B-F8268D5AEBF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0DCCF08-90C9-C9DB-A6F4-7236C9C408E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5AE877C9-EA89-BF91-9743-BF6642CAB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B78E3713-142F-9F58-D2E8-7BFCA6BAF2E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12060018-1208-5D33-0A79-10CEE5A7CE57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5F84339-96B0-C013-5C8D-0FBD8E81DB3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3B13E3A3-ED77-5B21-0638-992D305083C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165E30-3AFD-0F72-1794-505AD16C208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5558CF-9250-2654-1B48-F50107DB4F5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9C85B1B0-E1B8-397A-3581-77F3E7E2F84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02AE1FF7-1D7B-7255-81F8-5827F54C5731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37DF40B-8FED-0A39-D2E5-C17EEE20EA2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5601843-65BA-09E6-9884-DB02F3560BF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5BCB3D17-FBDC-1F95-4331-222DFD2BB0D2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28CDA1DE-7D96-1352-7D39-D7207F22D73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3A5E5D0-9CCB-9151-1B11-49167FE6F8C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5317B326-9BC1-726E-5C29-A3937A78B232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A093933-F9C6-8CFE-89C6-2F132C2AD13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32454929-C98E-8F6B-53E8-795B90F7CA5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1321759C-578E-151E-07C6-0A45C6753C16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34CAF82-1CBC-9427-F2F5-FA4A73C1917A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D98207C4-46BD-F847-1658-184D5CB92FB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44520F27-A14A-916A-2BA9-6838A510E8E7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7E8411FA-55B3-6055-3033-48846ECD78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0EFEE5-5A76-C4A5-88EE-82AE35D957E4}"/>
              </a:ext>
            </a:extLst>
          </p:cNvPr>
          <p:cNvSpPr txBox="1"/>
          <p:nvPr/>
        </p:nvSpPr>
        <p:spPr>
          <a:xfrm>
            <a:off x="6589165" y="1226631"/>
            <a:ext cx="44511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LISTINGS PAGE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2019429B-C5A2-E849-B466-EAC818D33E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78500" y="2224949"/>
            <a:ext cx="7425799" cy="4452206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E06DE623-B9AD-E349-982B-7D6CAA8EC0CF}"/>
              </a:ext>
            </a:extLst>
          </p:cNvPr>
          <p:cNvSpPr txBox="1"/>
          <p:nvPr/>
        </p:nvSpPr>
        <p:spPr>
          <a:xfrm>
            <a:off x="3304081" y="7055740"/>
            <a:ext cx="139552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displays available job opportunities with details like job title, company, skills, and salary.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allows users to search jobs and view detailed information before applying.</a:t>
            </a:r>
          </a:p>
        </p:txBody>
      </p:sp>
    </p:spTree>
    <p:extLst>
      <p:ext uri="{BB962C8B-B14F-4D97-AF65-F5344CB8AC3E}">
        <p14:creationId xmlns:p14="http://schemas.microsoft.com/office/powerpoint/2010/main" val="2843186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4187AC-E56D-5248-F9F8-F5819C57E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4698480-3D06-6C58-CC82-514734E15838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78F37E3-9B93-AE02-B772-F48C6293BDA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71747B5E-A627-0449-CE02-72B6098B13C3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8(E)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A64CB8F7-3AF6-1108-C2B9-D0A36C8001F3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2139128-5DB5-9091-1EAD-1C4F6BE05D5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F30CBD1B-53B1-4636-FD1D-91577A0C8DB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10E973D-0968-4727-AB5B-25210BD28300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544A67-1499-6935-078D-E0C134B80E4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4EC4E02B-3198-170E-31F6-7642637E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8A07A4F-29B4-6D7C-CAD2-7B1880D5C6C2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2E478581-ED86-E21F-B670-CF396BC13F1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3C563404-D40A-FFCF-E8B0-59B0612F48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62852ABF-D3E8-3145-353E-DB9CD5A0358A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2D53BFC7-569D-2097-71C6-AD4B06A0540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A969066-7E6C-A393-697B-C2B8288F380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0AB29B4C-914B-3081-4A26-9699046DBB1F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84E7F527-3EA9-E1B0-115B-84CAFABAD0A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4CB64685-9C4E-3801-4B04-9495B0A687C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40A4FFA3-C06C-EFC1-FED9-D3C9BE4AF7F8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C69A5603-4080-5790-D408-3450AD345E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72CE0E3B-8A44-0A02-B5CD-06E5D565727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E546AA40-7AD8-329D-732B-A16E9C74A6B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2C6108D9-85DD-5FC8-5F9A-AD694A2936E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C216D88-6B8A-D410-37D5-74E902DBBDA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F0B99ED-54A8-92EE-9898-C398304DB3A6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1DAB2AB-54CF-9FD8-B1E4-010149B5A56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5F9B3B8E-4644-702F-1E0C-85D9FCEEBDD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882A71B6-8CB0-B2D3-6506-8389FFA7796C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F37468C3-FA46-705E-2C80-C92F1BCAB64E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14817118-C86D-9A56-1750-6D9A7B14FA0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809C7EDF-3E23-4F47-EE6E-F95650E4BE7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5B5C05DB-C1E0-9450-77CA-B6B80B5CBB0E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BCB4C5-324C-67C9-CC0B-35657F84271E}"/>
              </a:ext>
            </a:extLst>
          </p:cNvPr>
          <p:cNvSpPr txBox="1"/>
          <p:nvPr/>
        </p:nvSpPr>
        <p:spPr>
          <a:xfrm>
            <a:off x="6392769" y="1146935"/>
            <a:ext cx="42859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DETAILS PAGE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39F6BE5-DE54-49A9-80EA-ABC7EED6EBE7}"/>
              </a:ext>
            </a:extLst>
          </p:cNvPr>
          <p:cNvSpPr txBox="1"/>
          <p:nvPr/>
        </p:nvSpPr>
        <p:spPr>
          <a:xfrm>
            <a:off x="3532417" y="6821859"/>
            <a:ext cx="1292678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displays complete information about a selected job including description, required skills, and salary.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allows users to view detailed job information and track their application status.</a:t>
            </a:r>
          </a:p>
          <a:p>
            <a:br>
              <a:rPr lang="en-US" sz="3200" dirty="0"/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D9B7EE-7759-F0D5-592C-C8BC4305CD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48725" y="2136505"/>
            <a:ext cx="5542549" cy="439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6217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75FEFF-7E92-B3A8-1EFF-C2E229189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78077174-DDD1-7261-93EF-68F5BEE6DA5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DC13E98-A2B0-B258-B938-405E97116FA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DB3A2114-F634-473F-F799-A871DB7EBC65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8(F)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010598B-6D40-7127-4E1A-27F2C18263D0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4D06339-A381-F732-B107-073E7C4E084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2250B92-386A-0290-B2A9-623C451A30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3BF87B87-7EF0-0B86-A6D9-CDE48B92AE85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9A776EE4-7AC0-8400-C960-BEB7E5F8F79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B1CC29D1-2E74-25E1-D5C4-FF4FCB787BB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ACDBD1B3-EFE3-52A7-74CE-F95EF4A17A83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8E94E15C-838C-0767-66FF-251DB9DBC5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5C562C6F-CB2D-55B2-7A45-D1887B77204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D90268BE-7543-A824-F154-1366723F859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732C978-33E1-5F71-C647-C61B2E9EBA4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5758969F-BB60-9805-E53D-B8FA41B1E6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FD1BA0F9-F450-FD66-25BA-A72EA8928798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D0223AC-3B88-6694-EF4A-A31EC8868F0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BA97716-9B4B-102A-706D-FAE65E3E198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3C615E94-0835-B71B-FBEE-B64BA27E9B21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6A93EDA1-78CC-298E-1D82-1A311323A0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A8857637-3848-EBFA-4704-7041674EB34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207FF2B0-68E9-88CF-F6C0-60561B6F8A9B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BB341B07-B3B0-765C-7A54-FE873BEEA2E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BE56054-9829-93E0-CE0C-F0CF759CF42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958F60C-0BFC-7F35-CDF1-0E8CE6AEA0CE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DB9F76F1-3F68-DF56-E14A-D7F0C2F0F7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E71D209-7837-18EA-916E-D02A268A18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DD06A2D2-CD2D-2EF2-7CC6-760B405DC5EB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EFBBDC0-D865-38C7-B786-4ADA9DBAED2F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34EF92F2-654B-6A8E-1D3A-A32ECFC3A9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2A80EFC7-7710-7696-3046-AA900A94A195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D5B96202-A31A-E367-A77D-A41693B6B74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D6EE82-BF90-3D0B-D5EE-A3CD8BF1A43D}"/>
              </a:ext>
            </a:extLst>
          </p:cNvPr>
          <p:cNvSpPr txBox="1"/>
          <p:nvPr/>
        </p:nvSpPr>
        <p:spPr>
          <a:xfrm>
            <a:off x="6392769" y="1146935"/>
            <a:ext cx="74353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APPLICANT MANAGEMENT PAGE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10EEBE-2712-45B4-8BC4-EDB278409951}"/>
              </a:ext>
            </a:extLst>
          </p:cNvPr>
          <p:cNvSpPr txBox="1"/>
          <p:nvPr/>
        </p:nvSpPr>
        <p:spPr>
          <a:xfrm>
            <a:off x="3039551" y="6611516"/>
            <a:ext cx="1327386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allows employers to view all applicants for a specific job along with details like name, email, background, and resume.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enables employers to update application status by shortlisting or rejecting candidates.</a:t>
            </a:r>
          </a:p>
          <a:p>
            <a:br>
              <a:rPr lang="en-US" sz="3200" dirty="0"/>
            </a:br>
            <a:br>
              <a:rPr lang="en-US" sz="3200" dirty="0"/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CDFA25-3E47-8BA3-DAA7-E2CE9194BB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92791" y="2597301"/>
            <a:ext cx="8226217" cy="293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0935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C1A447-2AC5-F2DD-A4E3-337FA95BC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7B306A3D-593E-4E3E-07DB-A1C68B2056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D762564-FFFE-5114-E869-618C5E6A711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ADF66B0-7370-D6C9-4D54-B2B3EF82321D}"/>
                </a:ext>
              </a:extLst>
            </p:cNvPr>
            <p:cNvSpPr txBox="1"/>
            <p:nvPr/>
          </p:nvSpPr>
          <p:spPr>
            <a:xfrm>
              <a:off x="76200" y="19050"/>
              <a:ext cx="7366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8(G)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47B767-9BFC-7A96-13FB-E308F71E127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9194388A-680C-77D6-4E49-01C36A18689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DC45F252-6929-2B1E-AF61-0313736B0EE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68F53D3C-7307-6256-36F1-15171D39ADBA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24AE15E-22ED-6F77-5D3D-4C52A46BCC3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F246C432-B02F-743D-90B4-99699B7F74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DB21665-D0D3-2B2F-5B53-D9A13E36D13C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32AA8457-D421-5F32-10C4-DE3C200F084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DFB47D60-E53B-2FA3-BACE-2EE5C0E99EF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1916A3A3-7ED8-9DC1-CC07-B0C79287CC8B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29099D09-8964-0E86-2702-2F427682CA9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2E80486D-2EE4-33C0-6933-AEB5BB002F8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2809461A-5DF2-E169-4D1A-B82E6D6B2DF3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4C1E6225-18E7-2274-C081-0560D78D06A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FB3E645-349C-7A4C-A44A-A2D79246436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3468A02-1647-77A8-47A3-E0E37ED796A8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339ED3D-063E-B267-0066-CEC0E70B389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8D31C3DF-E0BC-F904-F991-3374419492B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6529DB4A-FB6F-C730-640E-43BF1B93F103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8B850395-F56B-DD60-79AF-69BB870B5BB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EF758238-3881-205A-7799-4D8038ED28F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BB55160C-0565-7208-6B62-F786268C598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DE6F447F-5CB3-0B2B-71D1-62C1C9AB870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51B44093-2DA8-F71C-12A3-81CE02A142B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1AECD64C-6C51-B882-D358-B5FD85442CBB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AF8F3FF-4E67-A3E6-5D5A-6CA376C3889B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3AC76731-C6DB-AF73-2CE5-0D53E5729F7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7EFFD425-17CD-1874-03E9-E45032887955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C8048EA-F3D4-6E7D-3350-99B6A8FBF1F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EDBDEC-ADE7-6AED-EA64-1EBC39C6D7CD}"/>
              </a:ext>
            </a:extLst>
          </p:cNvPr>
          <p:cNvSpPr txBox="1"/>
          <p:nvPr/>
        </p:nvSpPr>
        <p:spPr>
          <a:xfrm>
            <a:off x="6392769" y="1146935"/>
            <a:ext cx="74353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APPLICANT MANAGEMENT PAGE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2FB8BCE-BE6A-5C67-8EC4-B290BCD29D33}"/>
              </a:ext>
            </a:extLst>
          </p:cNvPr>
          <p:cNvSpPr txBox="1"/>
          <p:nvPr/>
        </p:nvSpPr>
        <p:spPr>
          <a:xfrm>
            <a:off x="3039551" y="6611516"/>
            <a:ext cx="1327386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allows employers to view all applicants for a specific job along with details like name, email, background, and resume.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enables employers to update application status by shortlisting or rejecting candidates.</a:t>
            </a:r>
          </a:p>
          <a:p>
            <a:br>
              <a:rPr lang="en-US" sz="3200" dirty="0"/>
            </a:br>
            <a:br>
              <a:rPr lang="en-US" sz="3200" dirty="0"/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29317D-8AE3-241C-113B-0116738869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92791" y="2597301"/>
            <a:ext cx="8226217" cy="293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8768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F6650-A943-C59C-FFEF-E35B35BB2DCC}"/>
              </a:ext>
            </a:extLst>
          </p:cNvPr>
          <p:cNvSpPr txBox="1"/>
          <p:nvPr/>
        </p:nvSpPr>
        <p:spPr>
          <a:xfrm>
            <a:off x="2677693" y="2019513"/>
            <a:ext cx="10035248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ADVANTAGES: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Reduces manual recruitment process and saves time.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Easy job search and application for users.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Employers can manage job postings and applicants efficiently.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real-time application tracking and updates.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Centralized database ensures organized data management.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Requires internet and system availability.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Basic security (can be improved with advanced encryption).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Depends on server availability (Spring Boot/MySQL).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4508</TotalTime>
  <Words>1464</Words>
  <Application>Microsoft Macintosh PowerPoint</Application>
  <PresentationFormat>Custom</PresentationFormat>
  <Paragraphs>378</Paragraphs>
  <Slides>20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Calibri</vt:lpstr>
      <vt:lpstr>Aptos</vt:lpstr>
      <vt:lpstr>Gotham</vt:lpstr>
      <vt:lpstr>Times New Roman</vt:lpstr>
      <vt:lpstr>Cambria</vt:lpstr>
      <vt:lpstr>Bookman Old Style</vt:lpstr>
      <vt:lpstr>Gotham Bold Italics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cp:lastModifiedBy>sai charan</cp:lastModifiedBy>
  <cp:revision>17</cp:revision>
  <dcterms:created xsi:type="dcterms:W3CDTF">2006-08-16T00:00:00Z</dcterms:created>
  <dcterms:modified xsi:type="dcterms:W3CDTF">2026-04-24T08:48:58Z</dcterms:modified>
  <dc:identifier>DAHCaYqJ9OU</dc:identifier>
</cp:coreProperties>
</file>